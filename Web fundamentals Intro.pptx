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Comforta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2" roundtripDataSignature="AMtx7miqpDYnoa7SyX6nxgPg1E2KMDVf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Javascript yrod la page dynamique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Na7na chnerakzou 3al HTML w CSS 5ater el nes elkol yesta3louhom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Par contre el javascript 3andou des alternatives o5rin ama houa men akthar les languages el tal3in taw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7643ef5c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d7643ef5c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1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2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1" name="Google Shape;21;p1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2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33" name="Google Shape;33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1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1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4" name="Google Shape;54;p1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1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5" name="Google Shape;65;p1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3" name="Google Shape;73;p2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2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-26850" y="-116500"/>
            <a:ext cx="9225900" cy="523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475" y="428738"/>
            <a:ext cx="6387250" cy="429932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477241" y="1788900"/>
            <a:ext cx="42177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Welcome To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" sz="5400" u="none" cap="none" strike="noStrike">
                <a:solidFill>
                  <a:srgbClr val="E50E37"/>
                </a:solidFill>
                <a:latin typeface="Roboto"/>
                <a:ea typeface="Roboto"/>
                <a:cs typeface="Roboto"/>
                <a:sym typeface="Roboto"/>
              </a:rPr>
              <a:t>GoMyCode</a:t>
            </a:r>
            <a:endParaRPr b="1" i="0" sz="1400" u="none" cap="none" strike="noStrike">
              <a:solidFill>
                <a:srgbClr val="E50E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1624150" y="1117650"/>
            <a:ext cx="5608800" cy="29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" sz="5000" u="none" cap="none" strike="noStrike">
                <a:solidFill>
                  <a:srgbClr val="F1C232"/>
                </a:solidFill>
                <a:latin typeface="Comfortaa"/>
                <a:ea typeface="Comfortaa"/>
                <a:cs typeface="Comfortaa"/>
                <a:sym typeface="Comfortaa"/>
              </a:rPr>
              <a:t>Web Fundamentals</a:t>
            </a:r>
            <a:endParaRPr b="0" i="0" sz="5000" u="none" cap="none" strike="noStrike">
              <a:solidFill>
                <a:srgbClr val="F1C23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rgbClr val="F1C232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0" i="0" sz="4500" u="none" cap="none" strike="noStrike">
              <a:solidFill>
                <a:srgbClr val="F1C23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 flipH="1">
            <a:off x="314575" y="1199326"/>
            <a:ext cx="3556500" cy="35670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HTML</a:t>
            </a:r>
            <a:endParaRPr b="1" i="0" sz="25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CSS</a:t>
            </a:r>
            <a:endParaRPr b="1" i="0" sz="25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JavaScript</a:t>
            </a:r>
            <a:endParaRPr b="1" i="0" sz="25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React JS</a:t>
            </a:r>
            <a:endParaRPr b="1" i="0" sz="2500" u="none" cap="none" strike="noStrik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447050" y="1199325"/>
            <a:ext cx="3225600" cy="35670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NodeJS</a:t>
            </a:r>
            <a:endParaRPr b="1" i="0" sz="2500" u="none" cap="none" strike="noStrike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Express</a:t>
            </a:r>
            <a:endParaRPr b="1" i="0" sz="2500" u="none" cap="none" strike="noStrike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MongoDB</a:t>
            </a:r>
            <a:endParaRPr b="1" i="0" sz="2500" u="none" cap="none" strike="noStrike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3"/>
          <p:cNvGrpSpPr/>
          <p:nvPr/>
        </p:nvGrpSpPr>
        <p:grpSpPr>
          <a:xfrm>
            <a:off x="3878160" y="1548258"/>
            <a:ext cx="1127134" cy="988407"/>
            <a:chOff x="4858109" y="2631368"/>
            <a:chExt cx="316442" cy="315000"/>
          </a:xfrm>
        </p:grpSpPr>
        <p:sp>
          <p:nvSpPr>
            <p:cNvPr id="100" name="Google Shape;100;p3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 rot="10800000">
            <a:off x="4319909" y="3098134"/>
            <a:ext cx="1127134" cy="988407"/>
            <a:chOff x="4858109" y="2631368"/>
            <a:chExt cx="316442" cy="315000"/>
          </a:xfrm>
        </p:grpSpPr>
        <p:sp>
          <p:nvSpPr>
            <p:cNvPr id="103" name="Google Shape;103;p3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3"/>
          <p:cNvSpPr txBox="1"/>
          <p:nvPr/>
        </p:nvSpPr>
        <p:spPr>
          <a:xfrm>
            <a:off x="4187763" y="1383625"/>
            <a:ext cx="942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Request</a:t>
            </a:r>
            <a:endParaRPr b="0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122650" y="3830050"/>
            <a:ext cx="1072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303350" y="160425"/>
            <a:ext cx="65373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CC0000"/>
                </a:solidFill>
                <a:latin typeface="Comfortaa"/>
                <a:ea typeface="Comfortaa"/>
                <a:cs typeface="Comfortaa"/>
                <a:sym typeface="Comfortaa"/>
              </a:rPr>
              <a:t>Introduction</a:t>
            </a:r>
            <a:endParaRPr b="0" i="0" sz="3000" u="none" cap="none" strike="noStrike">
              <a:solidFill>
                <a:srgbClr val="CC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72550" y="792075"/>
            <a:ext cx="240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Front-end</a:t>
            </a:r>
            <a:endParaRPr b="1" i="0" sz="1400" u="none" cap="none" strike="noStrike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5696950" y="799725"/>
            <a:ext cx="24063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155CC"/>
                </a:solidFill>
                <a:latin typeface="Comfortaa"/>
                <a:ea typeface="Comfortaa"/>
                <a:cs typeface="Comfortaa"/>
                <a:sym typeface="Comfortaa"/>
              </a:rPr>
              <a:t>Back-end</a:t>
            </a:r>
            <a:endParaRPr b="1" i="0" sz="1400" u="none" cap="none" strike="noStrike">
              <a:solidFill>
                <a:srgbClr val="1155CC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02" y="668713"/>
            <a:ext cx="8930595" cy="38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ML5 mobile app or native? It depends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175" y="291325"/>
            <a:ext cx="5581650" cy="261640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115100" y="3355325"/>
            <a:ext cx="63180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HTML is a markup language that builds the </a:t>
            </a:r>
            <a:r>
              <a:rPr b="0" i="0" lang="en" sz="1600" u="none" cap="none" strike="noStrike">
                <a:solidFill>
                  <a:srgbClr val="FF9900"/>
                </a:solidFill>
                <a:latin typeface="Comfortaa"/>
                <a:ea typeface="Comfortaa"/>
                <a:cs typeface="Comfortaa"/>
                <a:sym typeface="Comfortaa"/>
              </a:rPr>
              <a:t>structure </a:t>
            </a:r>
            <a:r>
              <a:rPr b="0" i="0" lang="en" sz="16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and gives us the skeleton of our website or web app</a:t>
            </a:r>
            <a:endParaRPr b="0" i="0" sz="16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proving CSS performance and file size - an in-depth guide - DEV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175" y="351625"/>
            <a:ext cx="5581651" cy="234313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954400" y="3053950"/>
            <a:ext cx="7464000" cy="12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CSS is a style sheet language that’s responsible for the </a:t>
            </a:r>
            <a:r>
              <a:rPr b="0" i="0" lang="en" sz="1600" u="none" cap="none" strike="noStrike">
                <a:solidFill>
                  <a:srgbClr val="FF9900"/>
                </a:solidFill>
                <a:latin typeface="Comfortaa"/>
                <a:ea typeface="Comfortaa"/>
                <a:cs typeface="Comfortaa"/>
                <a:sym typeface="Comfortaa"/>
              </a:rPr>
              <a:t>design </a:t>
            </a:r>
            <a:r>
              <a:rPr b="0" i="0" lang="en" sz="16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and the appearances of our website or web application </a:t>
            </a:r>
            <a:endParaRPr b="0" i="0" sz="16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rms You Need to Know as a JS Developer | by Manisha Basra | Better  Programming | Medium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800" y="421100"/>
            <a:ext cx="6764400" cy="25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 txBox="1"/>
          <p:nvPr/>
        </p:nvSpPr>
        <p:spPr>
          <a:xfrm>
            <a:off x="1189800" y="3198400"/>
            <a:ext cx="6918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JavaScript adds dynamism and </a:t>
            </a:r>
            <a:r>
              <a:rPr b="0" i="0" lang="en" sz="1800" u="none" cap="none" strike="noStrike">
                <a:solidFill>
                  <a:srgbClr val="FF9900"/>
                </a:solidFill>
                <a:latin typeface="Comfortaa"/>
                <a:ea typeface="Comfortaa"/>
                <a:cs typeface="Comfortaa"/>
                <a:sym typeface="Comfortaa"/>
              </a:rPr>
              <a:t>interactivity </a:t>
            </a:r>
            <a:r>
              <a:rPr b="0" i="0" lang="en" sz="18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to our website or web application</a:t>
            </a:r>
            <a:endParaRPr b="0" i="0" sz="18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521025" y="3340575"/>
            <a:ext cx="74754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1600">
                <a:latin typeface="Comfortaa"/>
                <a:ea typeface="Comfortaa"/>
                <a:cs typeface="Comfortaa"/>
                <a:sym typeface="Comfortaa"/>
              </a:rPr>
              <a:t>React is a JavaScript library created by Facebook in 2013 that will make our lives much easier as we will see in future courses...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descr="Why is ReactJs so popular?. Facebook maintains React Library … | by Dhruv  Patel | codeburst"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7700" y="200900"/>
            <a:ext cx="5581651" cy="3139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d7643ef5c1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9650" y="0"/>
            <a:ext cx="10134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863950" y="924225"/>
            <a:ext cx="7755300" cy="24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Thank you for your time and have a great journey!</a:t>
            </a:r>
            <a:endParaRPr b="0" i="0" sz="30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